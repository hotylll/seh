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Master" Target="slideMasters/slideMaster1.xml"/>
  <Relationship Id="rId1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信息收集整合系统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1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软件工程课程设计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多源信息采集、清洗处理、趋势分析与可视化展示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汇报人：组长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项目背景与目标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2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面向分散信息源，构建从采集到分析展示的一体化系统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参考 BettaFish 与 TrendRadar 的信息整合思路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按 GB856T-88 / GB8567-88 规范组织文档和开发过程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课程目标：流程完整、文档规范、系统可运行、答辩可演示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组长职责与团队分工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3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组长负责总体规划、核心文档、系统架构、主线代码、接口联调、最终验收和答辩归档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崔昊晨负责采集模块与数据要求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罗昆昊负责清洗存储与详细设计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兰玉杰负责趋势分析与可行性研究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王永成负责前端界面、用户手册和操作手册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郭子凌负责测试计划、测试分析和进度记录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系统总体架构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4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表现层：前端演示页、Dashboard、趋势分析、信息搜索、报表中心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接口层：统一 REST API，提供健康检查、数据源、采集、检索、趋势、报表接口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业务层：采集任务、清洗评分、趋势计算、报表记录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数据层：SQLite 持久化，包含 users、data_sources、collect_tasks、raw_items、clean_items、topic_trends、reports、audit_logs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核心业务流程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5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配置数据源：支持 news / forum / api / csv 四类来源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启动采集任务：按来源类型和关键词生成演示数据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清洗处理：HTML 清理、字段规范化、关键词提取、质量评分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趋势分析：按关键词统计热度，支持时间衰减和五类趋势方向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前端展示：热点榜、热度分布、信息检索、数据源管理、报表生成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关键技术实现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6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技术栈保持轻量：Python 3 标准库 + SQLite + 静态前端页面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后端服务：ThreadingHTTPServer + BaseHTTPRequestHandler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数据访问：Repository 封装 SQLite 会话、事务和表结构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质量评分：标题长度、正文长度、URL、关键词密度、乱码检测、字段完整性等维度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趋势算法：surge / up / stable / down / plunge 五态方向 + 0.90^days 时间衰减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接口与数据库设计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7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主要接口：/health、/sources、/tasks/collect、/items、/trends、/reports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统一响应格式：code、message、data、trace_id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数据库共 8 张核心表，覆盖配置、任务、原始数据、清洗数据、趋势、报表、审计日志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raw_hash 唯一约束用于数据去重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audit_logs 记录关键操作，体现基本治理能力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前端可视化演示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8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frontend/index.html 为课程答辩演示入口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首页展示服务状态、主题数量、信息数量、数据源数量、热点榜和热度分布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趋势分析页展示主题、分数、方向和统计周期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信息搜索页支持关键词、来源 ID 和数量限制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数据源管理页支持新增数据源和触发采集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报表中心支持生成 summary/detail 报表记录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测试与质量保障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9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单元测试覆盖清洗、评分、趋势方向、时间衰减、存储和去重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接口集成测试覆盖健康检查、400 校验、CORS、采集到检索完整流程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性能测试验证 10000 条演示数据下关键词检索小于 3 秒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当前执行结果：18 个测试全部通过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组长统一进行最终回归、演示检查和归档验收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项目交付成果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10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可运行后端服务与静态前端演示页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GB 标准文档、需求追溯矩阵、技术选型、CI/CD 方案、会议纪要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采集、清洗、分析、前端、测试等成员交付材料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测试执行记录、最终验收清单、答辩演示检查清单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Dockerfile 与 docker-compose.yml 支持容器化部署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演示流程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11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启动后端：python3 -m app.main --host 127.0.0.1 --port 8000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打开前端：frontend/index.html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展示首页 Dashboard 与热点趋势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新增数据源并触发采集任务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搜索人工智能相关信息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生成 summary 报表记录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展示全量测试通过结果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5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600" dirty="0">
                <a:b/>
                <a:solidFill>
                  <a:srgbClr val="172033"/>
                </a:solidFill>
                <a:latin typeface="Microsoft YaHei"/>
                <a:ea typeface="Microsoft YaHei"/>
              </a:rPr>
              <a:t>总结与扩展方向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50000" y="63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  <a:latin typeface="Microsoft YaHei"/>
                <a:ea typeface="Microsoft YaHei"/>
              </a:rPr>
              <a:t>信息收集整合系统 | 第 12 页 | 组长汇报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850000" y="1550000"/>
            <a:ext cx="10500000" cy="4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本项目完成了软件工程课程要求的需求、设计、实现、测试、部署和总结闭环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系统核心流程可运行、可测试、可演示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组长完成总体架构、主线集成、最终验收和答辩归档</a:t>
            </a:r>
          </a:p>
          <a:p>
            <a:pPr marL="342900" indent="-228600">
              <a:buChar char="•"/>
            </a:pPr>
            <a:r>
              <a:rPr lang="zh-CN" sz="2200" dirty="0">
                <a:solidFill>
                  <a:srgbClr val="172033"/>
                </a:solidFill>
                <a:latin typeface="Microsoft YaHei"/>
                <a:ea typeface="Microsoft YaHei"/>
              </a:rPr>
              <a:t>后续可扩展真实爬虫、登录权限、定时任务、Excel/PDF 文件导出和图表库增强</a:t>
            </a:r>
          </a:p>
        </p:txBody>
      </p:sp>
    </p:spTree>
  </p:cSld>
</p:sld>
</file>

<file path=ppt/theme/theme1.xml><?xml version="1.0" encoding="utf-8"?>
<a:theme xmlns:a="http://schemas.openxmlformats.org/drawingml/2006/main" name="SEH Theme">
  <a:themeElements>
    <a:clrScheme name="SEH">
      <a:dk1>
        <a:srgbClr val="172033"/>
      </a:dk1>
      <a:lt1>
        <a:srgbClr val="FFFFFF"/>
      </a:lt1>
      <a:dk2>
        <a:srgbClr val="1F2937"/>
      </a:dk2>
      <a:lt2>
        <a:srgbClr val="F7F8FB"/>
      </a:lt2>
      <a:accent1>
        <a:srgbClr val="2563EB"/>
      </a:accent1>
      <a:accent2>
        <a:srgbClr val="15803D"/>
      </a:accent2>
      <a:accent3>
        <a:srgbClr val="B45309"/>
      </a:accent3>
      <a:accent4>
        <a:srgbClr val="B91C1C"/>
      </a:accent4>
      <a:accent5>
        <a:srgbClr val="475569"/>
      </a:accent5>
      <a:accent6>
        <a:srgbClr val="64748B"/>
      </a:accent6>
      <a:hlink>
        <a:srgbClr val="2563EB"/>
      </a:hlink>
      <a:folHlink>
        <a:srgbClr val="2563EB"/>
      </a:folHlink>
    </a:clrScheme>
    <a:fontScheme name="SEH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SEH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